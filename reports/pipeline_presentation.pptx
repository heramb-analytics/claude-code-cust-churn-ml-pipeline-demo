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Transaction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0A5FA"/>
                </a:solidFill>
              </a:rPr>
              <a:t>Detection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Built with Claude Code  · 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</a:rPr>
              <a:t>XGBoost  ·  FastAPI  ·  Playwright  ·  JIRA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End-to-end pipeline from raw data to production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Why automated anomaly detection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60A5FA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5 transactions in raw data · 40% anomaly rate (2 of 5 flagged)</a:t>
            </a:r>
          </a:p>
          <a:p>
            <a:pPr algn="l"/>
            <a:r>
              <a:rPr sz="2000">
                <a:solidFill>
                  <a:srgbClr val="60A5FA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Anomalies concentrated in electronics category and merchant MCC002</a:t>
            </a:r>
          </a:p>
          <a:p>
            <a:pPr algn="l"/>
            <a:r>
              <a:rPr sz="2000">
                <a:solidFill>
                  <a:srgbClr val="60A5FA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Manual review is time-consuming and error-prone at scale</a:t>
            </a:r>
          </a:p>
          <a:p>
            <a:pPr algn="l"/>
            <a:r>
              <a:rPr sz="2000">
                <a:solidFill>
                  <a:srgbClr val="60A5FA"/>
                </a:solidFill>
              </a:rPr>
              <a:t>▸  </a:t>
            </a:r>
            <a:r>
              <a:rPr sz="2000">
                <a:solidFill>
                  <a:srgbClr val="FFFFFF"/>
                </a:solidFill>
              </a:rPr>
              <a:t>Goal: real-time automated anomaly scoring with recall = 1.0 (catch every fraud)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754880"/>
            <a:ext cx="2560320" cy="14630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</a:rPr>
              <a:t>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4754880"/>
            <a:ext cx="2560320" cy="14630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4846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</a:rPr>
              <a:t>Anomaly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754880"/>
            <a:ext cx="2560320" cy="14630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846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0A5F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</a:rPr>
              <a:t>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4754880"/>
            <a:ext cx="2560320" cy="14630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846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4D39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</a:rPr>
              <a:t>Merchants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Exploratory Data Analysis — 5 charts generated</a:t>
            </a:r>
          </a:p>
        </p:txBody>
      </p:sp>
      <p:pic>
        <p:nvPicPr>
          <p:cNvPr id="5" name="Picture 4" descr="01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3474720"/>
          </a:xfrm>
          <a:prstGeom prst="rect">
            <a:avLst/>
          </a:prstGeom>
        </p:spPr>
      </p:pic>
      <p:pic>
        <p:nvPicPr>
          <p:cNvPr id="6" name="Picture 5" descr="02_anomaly_rat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9377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A5FA"/>
                </a:solidFill>
              </a:rPr>
              <a:t>5 rows  ·  11 features  ·  40% anomaly rate  ·  3 categories  ·  3 merchants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10 quality checks · 12 validation checks · 11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53035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Quality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Required columns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DataFrame not empty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 duplicate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Amount 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is_anomaly binary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 null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Timestamp parseable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Amount within 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Category non-empty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3949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merchant_id non-empty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8521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80160"/>
            <a:ext cx="5760720" cy="53035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A5FA"/>
                </a:solidFill>
              </a:rPr>
              <a:t>Engineered Features (11)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3736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amount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17627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log_amount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61518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amount_zscore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0540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amount_vs_merchant_mean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4930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merchant_anomaly_rate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9319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category_anomaly_rate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7083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hour_of_day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80974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day_of_week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4865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minute_of_hour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68756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is_weekend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6126479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seconds_since_last_txn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Algorithm: XGBoostClassifier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474720" cy="1645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0A5FA"/>
                </a:solidFill>
              </a:rPr>
              <a:t>57.14%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474720" cy="1645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</a:rPr>
              <a:t>100.00%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474720" cy="16459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BF24"/>
                </a:solidFill>
              </a:rPr>
              <a:t>40.00%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Precision</a:t>
            </a:r>
          </a:p>
        </p:txBody>
      </p:sp>
      <p:pic>
        <p:nvPicPr>
          <p:cNvPr id="14" name="Picture 13" descr="03_amount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5486400" cy="3383280"/>
          </a:xfrm>
          <a:prstGeom prst="rect">
            <a:avLst/>
          </a:prstGeom>
        </p:spPr>
      </p:pic>
      <p:pic>
        <p:nvPicPr>
          <p:cNvPr id="15" name="Picture 14" descr="05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00400"/>
            <a:ext cx="5669280" cy="3383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</a:rPr>
              <a:t>Best params: {'n_estimators': 50, 'max_depth': 3, 'learning_rate': 0.1}  ·  Trained on 5 samples  ·  Threshold: 0.30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Interactive UI with real-time prediction</a:t>
            </a:r>
          </a:p>
        </p:txBody>
      </p:sp>
      <p:pic>
        <p:nvPicPr>
          <p:cNvPr id="5" name="Picture 4" descr="01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A5FA"/>
                </a:solidFill>
              </a:rPr>
              <a:t>http://localhost:8000  ·  Tailwind CSS  ·  Auto-refresh on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Automated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Every pipeline run is fully tested</a:t>
            </a:r>
          </a:p>
        </p:txBody>
      </p:sp>
      <p:pic>
        <p:nvPicPr>
          <p:cNvPr id="5" name="Picture 4" descr="03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760720" cy="4114800"/>
          </a:xfrm>
          <a:prstGeom prst="rect">
            <a:avLst/>
          </a:prstGeom>
        </p:spPr>
      </p:pic>
      <p:pic>
        <p:nvPicPr>
          <p:cNvPr id="6" name="Picture 5" descr="04_swagger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66928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577840"/>
            <a:ext cx="11612880" cy="10058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</a:rPr>
              <a:t>All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8 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4D399"/>
                </a:solidFill>
              </a:rPr>
              <a:t>All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6 E2E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</a:rPr>
              <a:t>Chromium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Playwright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5623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&lt; 500ms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</a:rPr>
              <a:t>Latency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PIPELINE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A5FA"/>
                </a:solidFill>
              </a:rPr>
              <a:t>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Model    : XGBoostClassifier  —  F1: 0.5714  |  Recall: 1.0000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</a:rPr>
              <a:t>API      : http://localhost:8000  (running)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066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4D399"/>
                </a:solidFill>
              </a:rPr>
              <a:t>Tests    : 8 unit  |  6 E2E  —  all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2841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</a:rPr>
              <a:t>Screenshots: 6 saved to reports/screenshots/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5020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</a:rPr>
              <a:t>GitHub   : heramb-analytics/claude-code-cust-churn-ml-pipeline-demo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BBF24"/>
                </a:solidFill>
              </a:rPr>
              <a:t>JIRA     : Project KAN  —  6 tickets (KAN-7 through KAN-13)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937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Files    : 29 files created across src/, tests/, models/, reports/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1558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</a:rPr>
              <a:t>Built by : Claude Code (claude-sonnet-4-6) — autonomous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